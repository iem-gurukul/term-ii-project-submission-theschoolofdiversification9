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Hostel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Database-Driven Java Project with 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Manual hostel systems are inefficient and error-prone.</a:t>
            </a:r>
          </a:p>
          <a:p>
            <a:r>
              <a:t>Solution: GUI + Database-based system for automation.</a:t>
            </a:r>
          </a:p>
          <a:p>
            <a:r>
              <a:t>Target Users: Admins, Students, College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 GUI → Service → DAO → Database</a:t>
            </a:r>
          </a:p>
          <a:p>
            <a:r>
              <a:t>Key Classes: User, Student, Admin, Room, Complaint</a:t>
            </a:r>
          </a:p>
          <a:p>
            <a:r>
              <a:t>Singleton: DatabaseManager</a:t>
            </a:r>
          </a:p>
          <a:p>
            <a:r>
              <a:t>Packages: model, dao, service, ui, util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Abstraction: User class</a:t>
            </a:r>
          </a:p>
          <a:p>
            <a:r>
              <a:t>Inheritance: Student/Admin extend User</a:t>
            </a:r>
          </a:p>
          <a:p>
            <a:r>
              <a:t>Polymorphism: displayMenu()</a:t>
            </a:r>
          </a:p>
          <a:p>
            <a:r>
              <a:t>Encapsulation: private fields</a:t>
            </a:r>
          </a:p>
          <a:p>
            <a:r>
              <a:t>Design Patterns: DAO, Singleton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DAO Pattern for DB operations</a:t>
            </a:r>
          </a:p>
          <a:p>
            <a:r>
              <a:t>PreparedStatement prevents SQL injection</a:t>
            </a:r>
          </a:p>
          <a:p>
            <a:r>
              <a:t>SwingWorker for background processing</a:t>
            </a:r>
          </a:p>
          <a:p>
            <a:r>
              <a:t>Ensures scalability &amp; responsiveness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Student, Allocate Room, Submit Complaint</a:t>
            </a:r>
          </a:p>
          <a:p>
            <a:r>
              <a:t>Real-time DB updates</a:t>
            </a:r>
          </a:p>
          <a:p>
            <a:r>
              <a:t>Error Handling: invalid input, duplicate ID</a:t>
            </a:r>
          </a:p>
          <a:p>
            <a:r>
              <a:t>Proper user feedback shown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Hostel Management System</vt:lpstr>
      <vt:lpstr>Overview</vt:lpstr>
      <vt:lpstr>System Design</vt:lpstr>
      <vt:lpstr>OOP Concepts Used</vt:lpstr>
      <vt:lpstr>Technical Highlight</vt:lpstr>
      <vt:lpstr>Live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Hostel Management System</dc:title>
  <dc:subject/>
  <dc:creator/>
  <cp:keywords/>
  <dc:description>generated using python-pptx</dc:description>
  <cp:lastModifiedBy>Richeek Bose</cp:lastModifiedBy>
  <cp:revision>2</cp:revision>
  <dcterms:created xsi:type="dcterms:W3CDTF">2013-01-27T09:14:16Z</dcterms:created>
  <dcterms:modified xsi:type="dcterms:W3CDTF">2026-03-28T17:53:36Z</dcterms:modified>
  <cp:category/>
</cp:coreProperties>
</file>